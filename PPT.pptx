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3020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Social Media Toxic Content Detection &amp; Moderation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176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Leveraging Natural Language Processing and Machine Learning to automate content moderation, protect users, and foster healthier online communities at scale.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511674"/>
            <a:ext cx="2125117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554164"/>
            <a:ext cx="24122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3797871"/>
            <a:ext cx="268597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10174" y="3840361"/>
            <a:ext cx="29730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· MACHINE LEARNING · CONTENT SAFETY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562"/>
            <a:ext cx="4722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Moderation Crisis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886495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Social media platforms generate billions of posts daily. Manual moderation cannot keep pace — harmful content spreads unchecked, causing real-world harm.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312441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3842" y="1430164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Detection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3842" y="1660624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review takes hours or days, allowing toxic content to spread virally before action is taken.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6119" y="2193057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3842" y="2310780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 Bias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3842" y="2541240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Inconsistent judgments across moderators lead to unfair enforcement and eroded trust.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6119" y="3073673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842" y="3191396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Scalability Gap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3842" y="34218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Content volumes far exceed human capacity, leaving most harmful posts undetected.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3954289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3842" y="4072012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Policy Inconsistency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842" y="430247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Without automation, enforcing community guidelines uniformly across platforms is nearly impossible.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237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Objectives</a:t>
            </a:r>
            <a:endParaRPr lang="en-US" sz="1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59408"/>
            <a:ext cx="5226695" cy="29617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32959" y="2179290"/>
            <a:ext cx="2719611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system automates toxic content detection and moderation using NLP and ML, delivering a secure, scalable platform for safe digital communities.</a:t>
            </a:r>
            <a:endParaRPr lang="en-US" sz="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3936095"/>
            <a:ext cx="126206" cy="1262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9665" y="3933527"/>
            <a:ext cx="377108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69665" y="4094931"/>
            <a:ext cx="377108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hate speech, cyberbullying, threats, and offensive language in real time.</a:t>
            </a:r>
            <a:endParaRPr lang="en-US" sz="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731" y="3936095"/>
            <a:ext cx="126206" cy="1262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76726" y="3933527"/>
            <a:ext cx="3771156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Flag &amp; Filter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876726" y="4094931"/>
            <a:ext cx="377115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Automatically surface suspicious content and filter inappropriate material before it reaches users.</a:t>
            </a:r>
            <a:endParaRPr lang="en-US" sz="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670" y="4412047"/>
            <a:ext cx="126206" cy="1262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9665" y="4409480"/>
            <a:ext cx="377108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&amp; Report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769665" y="4570884"/>
            <a:ext cx="377108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real-time alerts and comprehensive moderation reports for administrators.</a:t>
            </a:r>
            <a:endParaRPr lang="en-US" sz="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4731" y="4412047"/>
            <a:ext cx="126206" cy="1262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76726" y="4409480"/>
            <a:ext cx="3771156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Enforce Policy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4876726" y="4570884"/>
            <a:ext cx="377115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Support consistent, bias-free enforcement of community guidelines across all content types.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Existing Systems vs. 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Traditional Moderation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review only — slow and error-prone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Keyword-based filters easily bypassed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contextual understanding of language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moderator burnout and inconsistency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Reactive rather than proactive enforcement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956122"/>
            <a:ext cx="4107135" cy="1886843"/>
          </a:xfrm>
          <a:prstGeom prst="roundRect">
            <a:avLst>
              <a:gd name="adj" fmla="val 5410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209788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NLP-Powered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461096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automated detection using ML models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Context-aware NLP with sentiment analysis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Multi-class classification of toxic content types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Centralized dashboard with analytics and alerts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Proactive, scalable, and consistently enforced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389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16" y="866180"/>
            <a:ext cx="8055769" cy="3513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3976" y="1058672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Content Sources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83976" y="1353153"/>
            <a:ext cx="1744467" cy="315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Social APIs, posts, messages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63711" y="160483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NLP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63711" y="1899318"/>
            <a:ext cx="1744467" cy="315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Preprocessing, tokenization, features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5632" y="2232519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5632" y="2527000"/>
            <a:ext cx="1744467" cy="31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Toxicity, sentiment, hate speech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63711" y="2990629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Moderation Engine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63711" y="3285109"/>
            <a:ext cx="1744467" cy="315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Flagging, filtering, enforcement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518196" y="365626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18196" y="3950747"/>
            <a:ext cx="1744467" cy="15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Alerts, reports, analytics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4462016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ingests content from multiple social media sources, processes text through an NLP pipeline, classifies toxicity using trained ML models, and delivers actionable moderation outputs to administrators via a centralized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NLP Pipeline &amp; ML Classification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Detection Works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text passes through a structured NLP pipeline before classification. Each stage refines understanding of context, sentiment, and intent.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77329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96119" y="4884167"/>
            <a:ext cx="4058171" cy="9525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4938638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Text Preprocessing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96119" y="5070574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Tokenization, stop-word removal, lemmatization, and normalization.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589711" y="477329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589711" y="4884167"/>
            <a:ext cx="4058171" cy="9525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9"/>
          <p:cNvSpPr/>
          <p:nvPr/>
        </p:nvSpPr>
        <p:spPr>
          <a:xfrm>
            <a:off x="4589711" y="4938638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Extraction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89711" y="5070574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TF-IDF, word embeddings (Word2Vec, GloVe), and n-gram features.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96119" y="524418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496119" y="5355059"/>
            <a:ext cx="4058171" cy="9525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6" name="Text 13"/>
          <p:cNvSpPr/>
          <p:nvPr/>
        </p:nvSpPr>
        <p:spPr>
          <a:xfrm>
            <a:off x="496119" y="5409530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Analysis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96119" y="5541466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Detects emotional tone — negative sentiment often correlates with toxicity.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589711" y="524418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4589711" y="5355059"/>
            <a:ext cx="4058171" cy="9525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4589711" y="5409530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Classification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589711" y="5541466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(SVM, LSTM, BERT) classify content into hate speech, bullying, threats, or safe.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82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Modules &amp; User Roles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4754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24757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Content Collection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31269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APIs ingest posts, comments, and messages from multiple platforms in real time.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364754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22475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Toxicity Classifier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531269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 models detect hate speech, cyberbullying, threats, and offensive language with confidence scores.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364754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22475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Moderation Workflow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53126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flagging, filtering, and human review queue with audit trails.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364754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22475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&amp; Alerts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53126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alerts, trend visualizations, user behavior analytics, and policy reports.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382480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User Roles: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Administrators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manage policies and system settings.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Moderators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review flagged content and enforce guidelines.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Analysts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monitor trends and generate reports.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End Users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interact with the platform under automated content protection.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Stack &amp; Development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0008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Development Approach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46238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follows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Agile methodology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 iterative sprints, enabling continuous integration of NLP models and user feedback. Security is embedded at every layer — data encryption, role-based access control, and GDPR-compliant data handling ensure user privacy and ethical AI deployment.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486" y="485365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Security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76486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End-to-end encryption, RBAC, audit logging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3225180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05547" y="485365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Scalability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305547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Cloud-native, containerized, auto-scaling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5954241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4608" y="485365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Reliability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034608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99.9% uptime target, failover redundancy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435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Outcomes, Benefits &amp; Applications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119" y="852711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90%+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96119" y="126265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449884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accuracy for toxic content classification using BERT-based models.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96119" y="1752898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~60%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96119" y="2162845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Moderator Workload Reduction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350071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Estimated reduction in manual review through automated flagging and filtering.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2653085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24/7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96119" y="3063032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250257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Round-the-clock automated content surveillance across all connected platforms.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3553271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5+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496119" y="3963219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Toxicity Categories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119" y="4150444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Hate speech, cyberbullying, threats, offensive language, and harassment detected.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4349800"/>
            <a:ext cx="4722763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Applications: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University portals, social media platforms, online forums, gaming communities, and enterprise communication tools — anywhere user-generated content requires intelligent, scalable moderation.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18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Challenges, Future Roadmap &amp;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922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Current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82440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Sarcasm, irony, and cultural context remain difficult for NLP models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Evolving slang and coded language require continuous retraining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Bias in training data can affect classification fairness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Balancing free speech with content safety is an ongoing ethical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277466"/>
            <a:ext cx="4107135" cy="2290911"/>
          </a:xfrm>
          <a:prstGeom prst="roundRect">
            <a:avLst>
              <a:gd name="adj" fmla="val 4456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419225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1782440"/>
            <a:ext cx="3823618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Multilingual support for global platforms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 and video toxicity detection via computer vision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Federated learning for privacy-preserving model training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Explainable AI (XAI) for transparent moderation decisions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727847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28616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3905027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system demonstrates how NLP and ML can transform content moderation — reducing moderator workload, improving detection accuracy, and creating safer, more inclusive digital communities at scale.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2026-07-28T05:14:22Z</dcterms:created>
  <dcterms:modified xsi:type="dcterms:W3CDTF">2026-07-28T05:14:22Z</dcterms:modified>
</cp:coreProperties>
</file>